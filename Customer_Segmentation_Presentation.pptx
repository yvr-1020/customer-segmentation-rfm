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646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Segmentation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D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Dashboard  ·  Online Retail UK  ·  2009–2011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114800" cy="36576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9339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customer segmentation using SQL + Power BI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and act on Champion, Loyal, At Risk, Dormant and New customers.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Vishnu Reddy  · 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547872"/>
            <a:ext cx="1965960" cy="10058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593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4114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3547872"/>
            <a:ext cx="1965960" cy="10058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3593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42032" y="4114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18304" y="3547872"/>
            <a:ext cx="1965960" cy="10058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18304" y="3593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3-Page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18304" y="4114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94576" y="3547872"/>
            <a:ext cx="1965960" cy="10058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94576" y="3593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SQL+BI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94576" y="4114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 &amp; DATASET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1965960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4,300+ customers into actionable groups using RFM Analysis — enabling targeted marketing, retention strategies, and CLV-driven business decisions.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841248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41248"/>
            <a:ext cx="91440" cy="1965960"/>
          </a:xfrm>
          <a:prstGeom prst="rect">
            <a:avLst/>
          </a:prstGeom>
          <a:solidFill>
            <a:srgbClr val="4DB6C1"/>
          </a:solidFill>
          <a:ln w="12700">
            <a:solidFill>
              <a:srgbClr val="4DB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298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1298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Kaggle (UCI ML Repository)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6459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 transactions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9933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993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2009 – December 2011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3408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340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904,607 after data cleaning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8595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COLUMNS IN DATASET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01568"/>
            <a:ext cx="932688" cy="50292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40156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81328" y="3401568"/>
            <a:ext cx="932688" cy="50292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81328" y="340156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StockCode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05456" y="3401568"/>
            <a:ext cx="932688" cy="50292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05456" y="340156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29584" y="3401568"/>
            <a:ext cx="932688" cy="50292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29584" y="340156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53712" y="3401568"/>
            <a:ext cx="932688" cy="50292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53712" y="340156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0" y="3401568"/>
            <a:ext cx="932688" cy="50292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77840" y="340156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01968" y="3401568"/>
            <a:ext cx="932688" cy="50292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01968" y="340156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26096" y="3401568"/>
            <a:ext cx="932688" cy="50292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26096" y="340156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DATA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1920240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961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Database design &amp; table creation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LOAD DATA INFILE (1M+ rows in 30s)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Data cleaning &amp; date validation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CTEs, Window Functions, Views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RFM scoring with NTILE(5)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4023360" cy="19202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8961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14264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Star schema data modelling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11 DAX measures (CLV, YoY, RFM)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3-page interactive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167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Funnel + Heatmap AI visuals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4140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Page navigation &amp; tile slicers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1481328" cy="8229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246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rows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55648" y="324612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11680" y="3246120"/>
            <a:ext cx="1481328" cy="82296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3246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3008" y="324612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49040" y="3246120"/>
            <a:ext cx="1481328" cy="822960"/>
          </a:xfrm>
          <a:prstGeom prst="rect">
            <a:avLst/>
          </a:prstGeom>
          <a:solidFill>
            <a:srgbClr val="4DB6C1"/>
          </a:solidFill>
          <a:ln w="12700">
            <a:solidFill>
              <a:srgbClr val="4DB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49040" y="3246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324612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0" y="3246120"/>
            <a:ext cx="1481328" cy="822960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0" y="3246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67728" y="324612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23760" y="3246120"/>
            <a:ext cx="1481328" cy="822960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23760" y="3246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— 162,677 ROWS REMOVED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59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CLEANING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1,067,371 rows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E6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859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CLEANING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1155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4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904,607 rows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83664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299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243,007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432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962656"/>
            <a:ext cx="2468880" cy="27432"/>
          </a:xfrm>
          <a:prstGeom prst="rect">
            <a:avLst/>
          </a:prstGeom>
          <a:solidFill>
            <a:srgbClr val="E0E8EA"/>
          </a:solidFill>
          <a:ln w="12700">
            <a:solidFill>
              <a:srgbClr val="E0E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Customer IDs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4015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ID = no RFM.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segment unknown buyers.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18688" y="1883664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1883664"/>
            <a:ext cx="27432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20299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22,950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218688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55848" y="2962656"/>
            <a:ext cx="2468880" cy="27432"/>
          </a:xfrm>
          <a:prstGeom prst="rect">
            <a:avLst/>
          </a:prstGeom>
          <a:solidFill>
            <a:srgbClr val="E0E8EA"/>
          </a:solidFill>
          <a:ln w="12700">
            <a:solidFill>
              <a:srgbClr val="E0E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Quantity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18688" y="34015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cancellations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 purchases.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1883664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1883664"/>
            <a:ext cx="2743200" cy="73152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20299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6,202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163056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0216" y="2962656"/>
            <a:ext cx="2468880" cy="27432"/>
          </a:xfrm>
          <a:prstGeom prst="rect">
            <a:avLst/>
          </a:prstGeom>
          <a:solidFill>
            <a:srgbClr val="E0E8EA"/>
          </a:solidFill>
          <a:ln w="12700">
            <a:solidFill>
              <a:srgbClr val="E0E8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Price Rows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63056" y="34015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samples or internal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— not real sales.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F9E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removed 174 rows with corrupted future dates (year 2031) that caused negative Recency values in RFM scoring.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RFM Analysis?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D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customer ranking framework based on purchasing behaviour — used by leading retailers worldwide.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651760" cy="333756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2651760" cy="73152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65760" y="24505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Recency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9077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they last buy?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2286000" cy="27432"/>
          </a:xfrm>
          <a:prstGeom prst="rect">
            <a:avLst/>
          </a:prstGeom>
          <a:solidFill>
            <a:srgbClr val="2A6A78"/>
          </a:solidFill>
          <a:ln w="12700">
            <a:solidFill>
              <a:srgbClr val="2A6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36499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recency = better.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 to 5 using NTILE.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53312"/>
            <a:ext cx="2651760" cy="333756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53312"/>
            <a:ext cx="2651760" cy="73152"/>
          </a:xfrm>
          <a:prstGeom prst="rect">
            <a:avLst/>
          </a:prstGeom>
          <a:solidFill>
            <a:srgbClr val="4DB6C1"/>
          </a:solidFill>
          <a:ln w="12700">
            <a:solidFill>
              <a:srgbClr val="4DB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DB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246120" y="24505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46120" y="29077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D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they buy?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3273552"/>
            <a:ext cx="2286000" cy="27432"/>
          </a:xfrm>
          <a:prstGeom prst="rect">
            <a:avLst/>
          </a:prstGeom>
          <a:solidFill>
            <a:srgbClr val="2A6A78"/>
          </a:solidFill>
          <a:ln w="12700">
            <a:solidFill>
              <a:srgbClr val="2A6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36499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unique invoices.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frequency = better.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 to 5 using NTILE.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353312"/>
            <a:ext cx="2651760" cy="333756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353312"/>
            <a:ext cx="2651760" cy="73152"/>
          </a:xfrm>
          <a:prstGeom prst="rect">
            <a:avLst/>
          </a:prstGeom>
          <a:solidFill>
            <a:srgbClr val="7DD8E0"/>
          </a:solidFill>
          <a:ln w="12700">
            <a:solidFill>
              <a:srgbClr val="7D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7DD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126480" y="24505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26480" y="29077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they spend?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273552"/>
            <a:ext cx="2286000" cy="27432"/>
          </a:xfrm>
          <a:prstGeom prst="rect">
            <a:avLst/>
          </a:prstGeom>
          <a:solidFill>
            <a:srgbClr val="2A6A78"/>
          </a:solidFill>
          <a:ln w="12700">
            <a:solidFill>
              <a:srgbClr val="2A6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36499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per customer.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monetary = better.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 to 5 using NTILE.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sort by revenue?  Revenue alone misses behaviour patterns. A high spender who hasn't returned in 6 months needs a win-back campaign, not an upsell.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RFM SEGMENT DEFINITIONS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scored 1–5 on each RFM dimension using NTILE(5). Scores are summed (3–15) and mapped to 5 segments: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61872"/>
            <a:ext cx="1600200" cy="658368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1673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2311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13–15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" y="2651760"/>
            <a:ext cx="132588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4320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often, spend most,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recently. Best customers.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593592"/>
            <a:ext cx="132588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6758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391363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Reward, upsell,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reviews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0" y="1261872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0" y="1261872"/>
            <a:ext cx="1600200" cy="658368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31673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Loyal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2011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2311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B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10–12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148840" y="2651760"/>
            <a:ext cx="132588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274320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buyers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spend history.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8840" y="3593592"/>
            <a:ext cx="132588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36758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391363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programme,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offers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1261872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49040" y="1261872"/>
            <a:ext cx="1600200" cy="658368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131673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Risk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49040" y="2011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22311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73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7–9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3886200" y="2651760"/>
            <a:ext cx="132588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74320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history but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recent drop-off.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86200" y="3593592"/>
            <a:ext cx="132588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6758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49040" y="391363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0" y="1261872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0" y="1261872"/>
            <a:ext cx="1600200" cy="65836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131673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Dormant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0" y="2011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22311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4–6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5623560" y="2651760"/>
            <a:ext cx="132588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274320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Haven't purchased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very long time.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23560" y="3593592"/>
            <a:ext cx="132588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36758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0" y="391363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23760" y="1261872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23760" y="1261872"/>
            <a:ext cx="1600200" cy="658368"/>
          </a:xfrm>
          <a:prstGeom prst="rect">
            <a:avLst/>
          </a:prstGeom>
          <a:solidFill>
            <a:srgbClr val="4DB6C1"/>
          </a:solidFill>
          <a:ln w="12700">
            <a:solidFill>
              <a:srgbClr val="4DB6C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0" y="131673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223760" y="2011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23760" y="22311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DB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7360920" y="2651760"/>
            <a:ext cx="132588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274320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acquired,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orders so far.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60920" y="3593592"/>
            <a:ext cx="132588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36758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D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23760" y="391363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first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incentive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DASHBOARD — 3 PAGES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2743200" cy="914400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86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36.53M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95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(Revenue, CLV, Orders)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715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Country (Donut)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36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5570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Slicer + Country Filter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84124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841248"/>
            <a:ext cx="2743200" cy="91440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886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27832" y="11887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RFM Segment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9272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Recency vs Monetary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9272" y="2295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Bar: Revenue by Segment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9272" y="2715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Table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9272" y="3136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Tile Slicer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9272" y="35570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/ At Risk KPIs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1344" y="84124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841248"/>
            <a:ext cx="2743200" cy="914400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886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1344" y="11887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 &amp; Trends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72784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Area Chart by Segment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2295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Funnel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2784" y="2715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Heatmap (Year x Segment)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72784" y="3136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Year Slicer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72784" y="35570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/ Dormant Count KPIs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B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RFM analysis revealed about this UK e-commerce business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60520" cy="150876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73152" cy="1508760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36.53M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904,607 clean transactions from 4,300+ customers over 2 full years.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353312"/>
            <a:ext cx="4160520" cy="150876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53312"/>
            <a:ext cx="73152" cy="1508760"/>
          </a:xfrm>
          <a:prstGeom prst="rect">
            <a:avLst/>
          </a:prstGeom>
          <a:solidFill>
            <a:srgbClr val="4DB6C1"/>
          </a:solidFill>
          <a:ln w="12700">
            <a:solidFill>
              <a:srgbClr val="4DB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44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DB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Segment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1945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drive the highest share of revenue — confirming the 80/20 rule in retail.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4160520" cy="150876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44952"/>
            <a:ext cx="73152" cy="150876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6B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Spike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surges sharply Oct–Dec every year. Classic retail holiday buying behaviour.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044952"/>
            <a:ext cx="4160520" cy="150876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44952"/>
            <a:ext cx="73152" cy="1508760"/>
          </a:xfrm>
          <a:prstGeom prst="rect">
            <a:avLst/>
          </a:prstGeom>
          <a:solidFill>
            <a:srgbClr val="4DB6C1"/>
          </a:solidFill>
          <a:ln w="12700">
            <a:solidFill>
              <a:srgbClr val="4DB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DB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69%+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83480" y="3611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Market Dominance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3886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contributes over 69% of revenue. International markets are untapped growth.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FACED &amp; HOW I SOLVED THEM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502920" cy="71323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822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Timeout on 1 Million Rows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GUI Wizard kept timing out. Switched to LOAD DATA INFILE which completed in under 30 seconds.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00200"/>
            <a:ext cx="502920" cy="71323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00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645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 Recency Values (-260 days)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965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Corrupted dates (year 2031) found using MAX(invoice_date). Deleted 174 rows and recreated RFM view.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23160"/>
            <a:ext cx="502920" cy="71323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231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468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MySQL Connection Failure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788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MySQL Connector/NET was not installed. Downloaded from mysql.com and reconnected successfully.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46120"/>
            <a:ext cx="502920" cy="71323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461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2918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DATA LOCAL INFILE Error 2068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MySQL 8.0 restricts local file access by default. Moved CSV to secure uploads folder and used INFILE.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6908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69080"/>
            <a:ext cx="502920" cy="713232"/>
          </a:xfrm>
          <a:prstGeom prst="rect">
            <a:avLst/>
          </a:prstGeom>
          <a:solidFill>
            <a:srgbClr val="0D3B47"/>
          </a:solidFill>
          <a:ln w="12700">
            <a:solidFill>
              <a:srgbClr val="0D3B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690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1148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DATESMTD DAX Error (Duplicate Dates)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Function requires unique-date calendar table. Replaced with Year slicer — cleaner for historical data.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011680" cy="342900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96112"/>
            <a:ext cx="2011680" cy="73152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/ MySQL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DATA INFILE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CTEs &amp; Window Functions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NTILE(5) RFM Scoring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Views &amp; JOINs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896112"/>
            <a:ext cx="2011680" cy="342900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896112"/>
            <a:ext cx="2011680" cy="73152"/>
          </a:xfrm>
          <a:prstGeom prst="rect">
            <a:avLst/>
          </a:prstGeom>
          <a:solidFill>
            <a:srgbClr val="4DB6C1"/>
          </a:solidFill>
          <a:ln w="12700">
            <a:solidFill>
              <a:srgbClr val="4DB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987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DB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33472" y="1481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 Schema Modelling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33472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DAX Measures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3472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Visuals (Funnel, Heatmap)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33472" y="2688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Conditional Formatting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33472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 Navigation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18304" y="896112"/>
            <a:ext cx="2011680" cy="342900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896112"/>
            <a:ext cx="2011680" cy="73152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987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9744" y="1481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NULL Handling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9744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 Qty Removal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9744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Corrupted Date Detection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9744" y="2688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162K Rows Cleaned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9744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Outlier Removal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94576" y="896112"/>
            <a:ext cx="2011680" cy="342900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94576" y="896112"/>
            <a:ext cx="2011680" cy="73152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987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Thinking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86016" y="1481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RFM Segmentation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86016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CLV Analysis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86016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Retention Strategy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86016" y="2688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Win-back Identification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86016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Seasonal Analysis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solidFill>
            <a:srgbClr val="F4A716"/>
          </a:solidFill>
          <a:ln w="12700">
            <a:solidFill>
              <a:srgbClr val="F4A7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Questions Welcome  </a:t>
            </a:r>
            <a:r>
              <a:rPr lang="en-US" sz="1500" b="1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Y Vishnu Reddy  </a:t>
            </a:r>
            <a:r>
              <a:rPr lang="en-US" sz="15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Microsoft Office PowerPoint</Application>
  <PresentationFormat>On-screen Show (16:9)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- RFM Analysis</dc:title>
  <dc:subject>PptxGenJS Presentation</dc:subject>
  <dc:creator>Gowthamm</dc:creator>
  <cp:lastModifiedBy>Vishnu Reddy</cp:lastModifiedBy>
  <cp:revision>2</cp:revision>
  <dcterms:created xsi:type="dcterms:W3CDTF">2026-05-05T16:13:52Z</dcterms:created>
  <dcterms:modified xsi:type="dcterms:W3CDTF">2026-05-05T16:16:13Z</dcterms:modified>
</cp:coreProperties>
</file>